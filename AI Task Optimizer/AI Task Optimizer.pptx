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6" r:id="rId2"/>
    <p:sldId id="257" r:id="rId3"/>
    <p:sldId id="265" r:id="rId4"/>
    <p:sldId id="264" r:id="rId5"/>
    <p:sldId id="263" r:id="rId6"/>
    <p:sldId id="262" r:id="rId7"/>
    <p:sldId id="258" r:id="rId8"/>
    <p:sldId id="259" r:id="rId9"/>
    <p:sldId id="261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E5B8CA-12B0-88CD-FE5F-0EE2EAA70990}"/>
              </a:ext>
            </a:extLst>
          </p:cNvPr>
          <p:cNvSpPr txBox="1"/>
          <p:nvPr/>
        </p:nvSpPr>
        <p:spPr>
          <a:xfrm>
            <a:off x="729917" y="938463"/>
            <a:ext cx="1155833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Algerian" panose="04020705040A02060702" pitchFamily="82" charset="0"/>
              </a:rPr>
              <a:t>Title:</a:t>
            </a:r>
            <a:br>
              <a:rPr lang="en-US" sz="2800" dirty="0">
                <a:latin typeface="Algerian" panose="04020705040A02060702" pitchFamily="82" charset="0"/>
              </a:rPr>
            </a:br>
            <a:r>
              <a:rPr lang="en-US" sz="2800" b="1" dirty="0">
                <a:latin typeface="Algerian" panose="04020705040A02060702" pitchFamily="82" charset="0"/>
              </a:rPr>
              <a:t>AI-Powered Employee Emotion Analysis and Task Recommendation System</a:t>
            </a:r>
            <a:endParaRPr lang="en-US" sz="2800" dirty="0">
              <a:latin typeface="Algerian" panose="04020705040A02060702" pitchFamily="82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23D3D1-C9D1-AB63-17A1-9CC4CB4D8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832" y="2458326"/>
            <a:ext cx="6464968" cy="42232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6E3256-41E4-217F-E76D-3C33ABAAEF80}"/>
              </a:ext>
            </a:extLst>
          </p:cNvPr>
          <p:cNvSpPr txBox="1"/>
          <p:nvPr/>
        </p:nvSpPr>
        <p:spPr>
          <a:xfrm>
            <a:off x="794085" y="3336758"/>
            <a:ext cx="30159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lgerian" panose="04020705040A02060702" pitchFamily="82" charset="0"/>
              </a:rPr>
              <a:t>Done by-</a:t>
            </a:r>
          </a:p>
          <a:p>
            <a:r>
              <a:rPr lang="en-IN" sz="2400" b="1" dirty="0">
                <a:latin typeface="Algerian" panose="04020705040A02060702" pitchFamily="82" charset="0"/>
              </a:rPr>
              <a:t>             Yurekan M</a:t>
            </a:r>
          </a:p>
        </p:txBody>
      </p:sp>
    </p:spTree>
    <p:extLst>
      <p:ext uri="{BB962C8B-B14F-4D97-AF65-F5344CB8AC3E}">
        <p14:creationId xmlns:p14="http://schemas.microsoft.com/office/powerpoint/2010/main" val="3450996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B5AB76-357F-500E-DFF3-89F2EEEC84F9}"/>
              </a:ext>
            </a:extLst>
          </p:cNvPr>
          <p:cNvSpPr txBox="1"/>
          <p:nvPr/>
        </p:nvSpPr>
        <p:spPr>
          <a:xfrm>
            <a:off x="1507958" y="441157"/>
            <a:ext cx="1020277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lgerian" panose="04020705040A02060702" pitchFamily="82" charset="0"/>
              </a:rPr>
              <a:t>INTRODUCTION</a:t>
            </a:r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Employee productivity is closely linked to emotional well-being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Emotional stress often goes unnoticed in organizations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Manual monitoring is difficult and subjective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AI can help analyze employee emotions using textual feedback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5FCB6-E186-5C33-EACE-0E9D3F102479}"/>
              </a:ext>
            </a:extLst>
          </p:cNvPr>
          <p:cNvSpPr txBox="1"/>
          <p:nvPr/>
        </p:nvSpPr>
        <p:spPr>
          <a:xfrm>
            <a:off x="1507958" y="3497179"/>
            <a:ext cx="69622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lgerian" panose="04020705040A02060702" pitchFamily="82" charset="0"/>
              </a:rPr>
              <a:t>PROBLEM STATEMENT</a:t>
            </a:r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Lack of real-time insight into employee emotions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Stress and burnout reduce productivity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HR reacts only after performance drops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Need for an automated, data-driven solution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35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03F9F-4D84-9F01-9549-279EBE4CA1B7}"/>
              </a:ext>
            </a:extLst>
          </p:cNvPr>
          <p:cNvSpPr txBox="1"/>
          <p:nvPr/>
        </p:nvSpPr>
        <p:spPr>
          <a:xfrm>
            <a:off x="1941095" y="705853"/>
            <a:ext cx="79087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lgerian" panose="04020705040A02060702" pitchFamily="82" charset="0"/>
              </a:rPr>
              <a:t>OBJECTIVES</a:t>
            </a:r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Detect employee emotions from text feedback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Recommend suitable tasks based on emotions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Support employee well-being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Assist HR with actionable insights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BFF62-7472-D314-20E8-768E1A4C3993}"/>
              </a:ext>
            </a:extLst>
          </p:cNvPr>
          <p:cNvSpPr txBox="1"/>
          <p:nvPr/>
        </p:nvSpPr>
        <p:spPr>
          <a:xfrm>
            <a:off x="1941094" y="3048001"/>
            <a:ext cx="77242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lgerian" panose="04020705040A02060702" pitchFamily="82" charset="0"/>
              </a:rPr>
              <a:t>DATASET DESCRIPTION</a:t>
            </a:r>
          </a:p>
          <a:p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Synthetic employee feedback dataset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Ensures privacy and ethical usage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Emotion labels: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Happy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Neutral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Stressed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Bored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Anxious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Used for supervised machine learning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40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7002C1-5533-4E83-4454-4B53C4449CA8}"/>
              </a:ext>
            </a:extLst>
          </p:cNvPr>
          <p:cNvSpPr txBox="1"/>
          <p:nvPr/>
        </p:nvSpPr>
        <p:spPr>
          <a:xfrm>
            <a:off x="2606842" y="753979"/>
            <a:ext cx="4828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SYSTEM ARCHITECTURE</a:t>
            </a:r>
          </a:p>
        </p:txBody>
      </p:sp>
      <p:sp>
        <p:nvSpPr>
          <p:cNvPr id="3" name="Flowchart: Predefined Process 2">
            <a:extLst>
              <a:ext uri="{FF2B5EF4-FFF2-40B4-BE49-F238E27FC236}">
                <a16:creationId xmlns:a16="http://schemas.microsoft.com/office/drawing/2014/main" id="{F264EBDA-E02F-3901-FD89-95BA732BD30D}"/>
              </a:ext>
            </a:extLst>
          </p:cNvPr>
          <p:cNvSpPr/>
          <p:nvPr/>
        </p:nvSpPr>
        <p:spPr>
          <a:xfrm>
            <a:off x="2382253" y="1700463"/>
            <a:ext cx="5053263" cy="4315327"/>
          </a:xfrm>
          <a:prstGeom prst="flowChartPredefinedProcess">
            <a:avLst/>
          </a:prstGeom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Employee Feedback</a:t>
            </a:r>
          </a:p>
          <a:p>
            <a:pPr algn="ctr"/>
            <a:r>
              <a:rPr lang="en-US" dirty="0"/>
              <a:t>↓</a:t>
            </a:r>
          </a:p>
          <a:p>
            <a:pPr algn="ctr"/>
            <a:r>
              <a:rPr lang="en-US" dirty="0"/>
              <a:t>Text Preprocessing</a:t>
            </a:r>
          </a:p>
          <a:p>
            <a:pPr algn="ctr"/>
            <a:r>
              <a:rPr lang="en-US" dirty="0"/>
              <a:t> ↓</a:t>
            </a:r>
          </a:p>
          <a:p>
            <a:pPr algn="ctr"/>
            <a:r>
              <a:rPr lang="en-US" dirty="0"/>
              <a:t>Emotion Detection (ML)</a:t>
            </a:r>
          </a:p>
          <a:p>
            <a:pPr algn="ctr"/>
            <a:r>
              <a:rPr lang="en-US" dirty="0"/>
              <a:t> ↓</a:t>
            </a:r>
          </a:p>
          <a:p>
            <a:pPr algn="ctr"/>
            <a:r>
              <a:rPr lang="en-US" dirty="0"/>
              <a:t>Task Recommendation</a:t>
            </a:r>
          </a:p>
          <a:p>
            <a:pPr algn="ctr"/>
            <a:r>
              <a:rPr lang="en-US" dirty="0"/>
              <a:t>  ↓</a:t>
            </a:r>
          </a:p>
          <a:p>
            <a:pPr algn="ctr"/>
            <a:r>
              <a:rPr lang="en-US" dirty="0"/>
              <a:t>HR Insights &amp; Analytics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6049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BF26DF-55D1-922A-3BF2-7AF72523C2F5}"/>
              </a:ext>
            </a:extLst>
          </p:cNvPr>
          <p:cNvSpPr txBox="1"/>
          <p:nvPr/>
        </p:nvSpPr>
        <p:spPr>
          <a:xfrm>
            <a:off x="1652337" y="457200"/>
            <a:ext cx="740343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lgerian" panose="04020705040A02060702" pitchFamily="82" charset="0"/>
              </a:rPr>
              <a:t>METHODOLOGY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Text preprocessing (cleaning, </a:t>
            </a:r>
            <a:r>
              <a:rPr lang="en-US" sz="2000" dirty="0" err="1"/>
              <a:t>stopword</a:t>
            </a:r>
            <a:r>
              <a:rPr lang="en-US" sz="2000" dirty="0"/>
              <a:t> removal)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Feature extraction using TF-IDF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Emotion classification using Logistic Regression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Rule-based task recommendation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Batch processing and analysis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19F20-9564-706E-741F-E33F43D050B3}"/>
              </a:ext>
            </a:extLst>
          </p:cNvPr>
          <p:cNvSpPr txBox="1"/>
          <p:nvPr/>
        </p:nvSpPr>
        <p:spPr>
          <a:xfrm>
            <a:off x="1652337" y="3236495"/>
            <a:ext cx="555858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lgerian" panose="04020705040A02060702" pitchFamily="82" charset="0"/>
              </a:rPr>
              <a:t>MODEL &amp; TOOLS USED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Machine Learning Model: Logistic Regression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NLP Technique: TF-IDF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Programming Language: Python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Libraries: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Pandas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Scikit-learn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NLTK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Matplotlib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Seaborn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3628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66D83E-4AE1-4981-73CB-CE3D08A64D34}"/>
              </a:ext>
            </a:extLst>
          </p:cNvPr>
          <p:cNvSpPr txBox="1"/>
          <p:nvPr/>
        </p:nvSpPr>
        <p:spPr>
          <a:xfrm>
            <a:off x="1446705" y="128338"/>
            <a:ext cx="774833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lgerian" panose="04020705040A02060702" pitchFamily="82" charset="0"/>
              </a:rPr>
              <a:t>RESULTS-EMOTION ANALYSIS</a:t>
            </a:r>
          </a:p>
          <a:p>
            <a:r>
              <a:rPr lang="en-US" sz="2000" b="1" dirty="0">
                <a:latin typeface="Aptos Display" panose="020B0004020202020204" pitchFamily="34" charset="0"/>
              </a:rPr>
              <a:t>Emotion Distribution Graph</a:t>
            </a:r>
            <a:endParaRPr lang="en-US" sz="2000" dirty="0">
              <a:latin typeface="Aptos Display" panose="020B0004020202020204" pitchFamily="34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4801DA-28AE-C55D-B102-6E41D047B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704" y="1003457"/>
            <a:ext cx="7849695" cy="39222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045F53-F103-D902-3C57-6278CD4B0ED2}"/>
              </a:ext>
            </a:extLst>
          </p:cNvPr>
          <p:cNvSpPr txBox="1"/>
          <p:nvPr/>
        </p:nvSpPr>
        <p:spPr>
          <a:xfrm flipV="1">
            <a:off x="2597014" y="8175027"/>
            <a:ext cx="5782141" cy="10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1031DCB-26FA-D478-6105-C790F783C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160" y="5360306"/>
            <a:ext cx="84375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overall emotional state of employees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identify dominant emotions such as stress or happiness</a:t>
            </a:r>
          </a:p>
        </p:txBody>
      </p:sp>
    </p:spTree>
    <p:extLst>
      <p:ext uri="{BB962C8B-B14F-4D97-AF65-F5344CB8AC3E}">
        <p14:creationId xmlns:p14="http://schemas.microsoft.com/office/powerpoint/2010/main" val="28385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53807D-2327-5E4C-F3A6-9066EC0FCA2D}"/>
              </a:ext>
            </a:extLst>
          </p:cNvPr>
          <p:cNvSpPr txBox="1"/>
          <p:nvPr/>
        </p:nvSpPr>
        <p:spPr>
          <a:xfrm>
            <a:off x="1596189" y="360947"/>
            <a:ext cx="762802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lgerian" panose="04020705040A02060702" pitchFamily="82" charset="0"/>
              </a:rPr>
              <a:t>RESULTS – TASK RECOMMENDATION</a:t>
            </a:r>
          </a:p>
          <a:p>
            <a:r>
              <a:rPr lang="en-US" sz="2000" b="1" dirty="0"/>
              <a:t>Task Recommendation Distribution Graph</a:t>
            </a:r>
            <a:endParaRPr lang="en-US" sz="20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326212-9FA9-F2CF-774A-05D1394E8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61" y="1187116"/>
            <a:ext cx="10231278" cy="377791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C6875C8-F6FF-CF70-553C-00C82FCB7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516" y="5501426"/>
            <a:ext cx="843814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Illustrates how tasks are assigned based on emotions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balanced workload and productivity</a:t>
            </a:r>
          </a:p>
        </p:txBody>
      </p:sp>
    </p:spTree>
    <p:extLst>
      <p:ext uri="{BB962C8B-B14F-4D97-AF65-F5344CB8AC3E}">
        <p14:creationId xmlns:p14="http://schemas.microsoft.com/office/powerpoint/2010/main" val="545741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96B215-2A60-66FD-FC9E-DD17F6E980DF}"/>
              </a:ext>
            </a:extLst>
          </p:cNvPr>
          <p:cNvSpPr txBox="1"/>
          <p:nvPr/>
        </p:nvSpPr>
        <p:spPr>
          <a:xfrm>
            <a:off x="1788695" y="385011"/>
            <a:ext cx="733124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lgerian" panose="04020705040A02060702" pitchFamily="82" charset="0"/>
              </a:rPr>
              <a:t>RESULTS – EMOTION vs TASK MAPPING</a:t>
            </a:r>
          </a:p>
          <a:p>
            <a:r>
              <a:rPr lang="en-US" sz="2000" b="1" dirty="0"/>
              <a:t>Emotion vs Task Mapping Graph</a:t>
            </a:r>
            <a:endParaRPr lang="en-US" sz="20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130D3-048A-5920-1454-3A4A035B4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694" y="1371600"/>
            <a:ext cx="9352548" cy="3882189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3A76F34-2AF7-1FBA-A0E8-7AE3D2B95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485" y="5653825"/>
            <a:ext cx="749596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clear relationship between emotion and task 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explainable and transparent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242747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1F72FA-B94A-E1B2-4C98-0AF0DED52DFF}"/>
              </a:ext>
            </a:extLst>
          </p:cNvPr>
          <p:cNvSpPr txBox="1"/>
          <p:nvPr/>
        </p:nvSpPr>
        <p:spPr>
          <a:xfrm>
            <a:off x="1395663" y="561474"/>
            <a:ext cx="40827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lgerian" panose="04020705040A02060702" pitchFamily="82" charset="0"/>
              </a:rPr>
              <a:t>BENEFITS &amp; USE CASES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Improves employee well-being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Helps HR detect stress early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Data-driven task allocation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Reduces burnout and attrition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686687-0B8D-0BE3-E13B-E8D8023873F5}"/>
              </a:ext>
            </a:extLst>
          </p:cNvPr>
          <p:cNvSpPr txBox="1"/>
          <p:nvPr/>
        </p:nvSpPr>
        <p:spPr>
          <a:xfrm>
            <a:off x="6481010" y="561474"/>
            <a:ext cx="46281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lgerian" panose="04020705040A02060702" pitchFamily="82" charset="0"/>
              </a:rPr>
              <a:t>FUTURE SCOPE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Web application deployment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Real-time feedback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Integration with HR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Advanced emotion detection models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8C6B04-678F-B6FE-4694-61ACD9749452}"/>
              </a:ext>
            </a:extLst>
          </p:cNvPr>
          <p:cNvSpPr txBox="1"/>
          <p:nvPr/>
        </p:nvSpPr>
        <p:spPr>
          <a:xfrm>
            <a:off x="2229853" y="3429000"/>
            <a:ext cx="78365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lgerian" panose="04020705040A02060702" pitchFamily="82" charset="0"/>
              </a:rPr>
              <a:t>CONCLUSION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Successfully developed an AI-based emotion analysis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Demonstrated practical application of data science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System is scalable and ethically designed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Useful for modern workplace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854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F7B648-B124-E937-861F-7423D8394FE1}"/>
              </a:ext>
            </a:extLst>
          </p:cNvPr>
          <p:cNvSpPr txBox="1"/>
          <p:nvPr/>
        </p:nvSpPr>
        <p:spPr>
          <a:xfrm>
            <a:off x="3252537" y="2494547"/>
            <a:ext cx="56869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37743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32</TotalTime>
  <Words>320</Words>
  <Application>Microsoft Office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Aptos Display</vt:lpstr>
      <vt:lpstr>Arial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yurekan1424@outlook.com</dc:creator>
  <cp:lastModifiedBy>yurekan1424@outlook.com</cp:lastModifiedBy>
  <cp:revision>1</cp:revision>
  <dcterms:created xsi:type="dcterms:W3CDTF">2026-01-07T14:05:53Z</dcterms:created>
  <dcterms:modified xsi:type="dcterms:W3CDTF">2026-01-07T14:38:47Z</dcterms:modified>
</cp:coreProperties>
</file>